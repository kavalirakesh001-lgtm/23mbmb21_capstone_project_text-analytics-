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Text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Extract insights from text data</a:t>
            </a:r>
          </a:p>
          <a:p>
            <a:r>
              <a:t>Why: Understand sentiment, topics, patterns</a:t>
            </a:r>
          </a:p>
          <a:p>
            <a:r>
              <a:t>Datasets: Comments, topics, search queries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Methods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Preprocessing: cleaning, tokenization, lemmatization</a:t>
            </a:r>
          </a:p>
          <a:p>
            <a:r>
              <a:t>Analysis: Sentiment (VADER), Topic Modeling (LDA)</a:t>
            </a:r>
          </a:p>
          <a:p>
            <a:r>
              <a:t>Tools: Python, pandas, NLTK, SpaCy, scikit-learn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Sentiment distribution: positive/negative trends</a:t>
            </a:r>
          </a:p>
          <a:p>
            <a:r>
              <a:t>Top themes discovered in topics</a:t>
            </a:r>
          </a:p>
          <a:p>
            <a:r>
              <a:t>Most frequent search intents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Visual Insights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Word clouds for major keywords</a:t>
            </a:r>
          </a:p>
          <a:p>
            <a:r>
              <a:t>Topic clusters and sentiment plots</a:t>
            </a:r>
          </a:p>
          <a:p>
            <a:r>
              <a:t>Insights guide decision-making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analytics uncovers hidden patterns</a:t>
            </a:r>
          </a:p>
          <a:p>
            <a:r>
              <a:t>Supports strategic improvements</a:t>
            </a:r>
          </a:p>
          <a:p>
            <a:r>
              <a:t>Future scope: advanced deep learning NLP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</Words>
  <Application>Microsoft Office PowerPoint</Application>
  <PresentationFormat>On-screen Show (4:3)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Text Analytics Project</vt:lpstr>
      <vt:lpstr>1. Project Introduction</vt:lpstr>
      <vt:lpstr>2. Methods &amp; Tools</vt:lpstr>
      <vt:lpstr>3. Key Results</vt:lpstr>
      <vt:lpstr>4. Visual Insights &amp; Findings</vt:lpstr>
      <vt:lpstr>5.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Analytics Project</dc:title>
  <dc:subject/>
  <dc:creator>rakesh kavali</dc:creator>
  <cp:keywords/>
  <dc:description>generated using python-pptx</dc:description>
  <cp:lastModifiedBy>kavali rakesh</cp:lastModifiedBy>
  <cp:revision>2</cp:revision>
  <dcterms:created xsi:type="dcterms:W3CDTF">2013-01-27T09:14:16Z</dcterms:created>
  <dcterms:modified xsi:type="dcterms:W3CDTF">2025-11-13T18:24:16Z</dcterms:modified>
  <cp:category/>
</cp:coreProperties>
</file>